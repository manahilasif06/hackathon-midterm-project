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Montserrat Bold" panose="020B0604020202020204" charset="0"/>
      <p:regular r:id="rId13"/>
    </p:embeddedFont>
    <p:embeddedFont>
      <p:font typeface="Source Sans 3" panose="020B0604020202020204" charset="0"/>
      <p:regular r:id="rId14"/>
    </p:embeddedFont>
    <p:embeddedFont>
      <p:font typeface="Source Sans 3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12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 Muqeet" userId="373b693c0468a2ca" providerId="LiveId" clId="{C77BB802-4DE3-4703-A0C3-FDE90A97BDFC}"/>
    <pc:docChg chg="custSel modSld">
      <pc:chgData name="Abdul Muqeet" userId="373b693c0468a2ca" providerId="LiveId" clId="{C77BB802-4DE3-4703-A0C3-FDE90A97BDFC}" dt="2026-09-12T19:28:33.542" v="96" actId="20577"/>
      <pc:docMkLst>
        <pc:docMk/>
      </pc:docMkLst>
      <pc:sldChg chg="modSp mod">
        <pc:chgData name="Abdul Muqeet" userId="373b693c0468a2ca" providerId="LiveId" clId="{C77BB802-4DE3-4703-A0C3-FDE90A97BDFC}" dt="2026-09-12T19:28:33.542" v="96" actId="20577"/>
        <pc:sldMkLst>
          <pc:docMk/>
          <pc:sldMk cId="0" sldId="261"/>
        </pc:sldMkLst>
        <pc:spChg chg="mod">
          <ac:chgData name="Abdul Muqeet" userId="373b693c0468a2ca" providerId="LiveId" clId="{C77BB802-4DE3-4703-A0C3-FDE90A97BDFC}" dt="2026-09-12T19:28:33.542" v="96" actId="20577"/>
          <ac:spMkLst>
            <pc:docMk/>
            <pc:sldMk cId="0" sldId="261"/>
            <ac:spMk id="37" creationId="{00000000-0000-0000-0000-000000000000}"/>
          </ac:spMkLst>
        </pc:spChg>
        <pc:spChg chg="mod">
          <ac:chgData name="Abdul Muqeet" userId="373b693c0468a2ca" providerId="LiveId" clId="{C77BB802-4DE3-4703-A0C3-FDE90A97BDFC}" dt="2026-09-12T19:28:12.776" v="66" actId="20577"/>
          <ac:spMkLst>
            <pc:docMk/>
            <pc:sldMk cId="0" sldId="261"/>
            <ac:spMk id="4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3706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21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bizzsight.vercel.app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a.me/923190600415" TargetMode="External"/><Relationship Id="rId13" Type="http://schemas.openxmlformats.org/officeDocument/2006/relationships/hyperlink" Target="https://linkedin.com/in/faiza-batool-305754417" TargetMode="External"/><Relationship Id="rId3" Type="http://schemas.openxmlformats.org/officeDocument/2006/relationships/hyperlink" Target="mailto:manahilasif.017@gmail.com" TargetMode="External"/><Relationship Id="rId7" Type="http://schemas.openxmlformats.org/officeDocument/2006/relationships/hyperlink" Target="https://linkedin.com/in/abdul-muqeet-20250a30b" TargetMode="External"/><Relationship Id="rId12" Type="http://schemas.openxmlformats.org/officeDocument/2006/relationships/hyperlink" Target="mailto:fa24-bed-086@cuilahore.edu.pk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amuqeet6041@gmail.com" TargetMode="External"/><Relationship Id="rId11" Type="http://schemas.openxmlformats.org/officeDocument/2006/relationships/hyperlink" Target="https://wa.me/923010062998" TargetMode="External"/><Relationship Id="rId5" Type="http://schemas.openxmlformats.org/officeDocument/2006/relationships/hyperlink" Target="https://wa.me/923373192636" TargetMode="External"/><Relationship Id="rId10" Type="http://schemas.openxmlformats.org/officeDocument/2006/relationships/hyperlink" Target="https://linkedin.com/in/areeba-tahir-698658408" TargetMode="External"/><Relationship Id="rId4" Type="http://schemas.openxmlformats.org/officeDocument/2006/relationships/hyperlink" Target="https://linkedin.com/in/manahil-asif-27a906410" TargetMode="External"/><Relationship Id="rId9" Type="http://schemas.openxmlformats.org/officeDocument/2006/relationships/hyperlink" Target="mailto:areebatahir696@gmail.com" TargetMode="External"/><Relationship Id="rId14" Type="http://schemas.openxmlformats.org/officeDocument/2006/relationships/hyperlink" Target="https://wa.me/92311464134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0313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597" y="154186"/>
            <a:ext cx="4366310" cy="6549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814" y="1405037"/>
            <a:ext cx="6180181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37" dirty="0">
                <a:solidFill>
                  <a:srgbClr val="2DD4B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BizSight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719814" y="2297906"/>
            <a:ext cx="6180181" cy="1612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050" b="1" kern="0" spc="-51" dirty="0">
                <a:solidFill>
                  <a:srgbClr val="34D39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Turning Data into Decisions</a:t>
            </a:r>
            <a:endParaRPr lang="en-US" sz="5050" dirty="0"/>
          </a:p>
        </p:txBody>
      </p:sp>
      <p:sp>
        <p:nvSpPr>
          <p:cNvPr id="6" name="Text 3"/>
          <p:cNvSpPr/>
          <p:nvPr/>
        </p:nvSpPr>
        <p:spPr>
          <a:xfrm>
            <a:off x="719814" y="4219079"/>
            <a:ext cx="6180181" cy="1233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The Problem:</a:t>
            </a: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Small businesses, </a:t>
            </a:r>
            <a:r>
              <a:rPr lang="en-US" sz="1600" dirty="0">
                <a:solidFill>
                  <a:srgbClr val="2DD4B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e-commerce sellers</a:t>
            </a: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and </a:t>
            </a:r>
            <a:r>
              <a:rPr lang="en-US" sz="1600" dirty="0">
                <a:solidFill>
                  <a:srgbClr val="2DD4B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online stores</a:t>
            </a: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generate </a:t>
            </a:r>
            <a:r>
              <a:rPr lang="en-US" sz="1600" dirty="0">
                <a:solidFill>
                  <a:srgbClr val="2DD4B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valuable data</a:t>
            </a: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but it usually sits in raw Excel or CSV files. Turning that data into </a:t>
            </a:r>
            <a:r>
              <a:rPr lang="en-US" sz="1600" dirty="0">
                <a:solidFill>
                  <a:srgbClr val="2DD4B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meaningful business insights</a:t>
            </a:r>
            <a:r>
              <a:rPr lang="en-US" sz="16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requires technical and analytical skills most business owners don't have.</a:t>
            </a:r>
            <a:endParaRPr lang="en-US" sz="1600" dirty="0"/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982039" y="6470486"/>
            <a:ext cx="1154545" cy="318655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0"/>
          <p:cNvSpPr/>
          <p:nvPr/>
        </p:nvSpPr>
        <p:spPr>
          <a:xfrm>
            <a:off x="396543" y="1135373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37" dirty="0">
                <a:solidFill>
                  <a:srgbClr val="5EEAD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Complete Flow</a:t>
            </a:r>
            <a:endParaRPr lang="en-US" sz="365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2" t="15303" r="708" b="2289"/>
          <a:stretch/>
        </p:blipFill>
        <p:spPr>
          <a:xfrm>
            <a:off x="107144" y="2837412"/>
            <a:ext cx="12020204" cy="1892393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982039" y="6470486"/>
            <a:ext cx="1154545" cy="318655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0"/>
          <p:cNvSpPr/>
          <p:nvPr/>
        </p:nvSpPr>
        <p:spPr>
          <a:xfrm>
            <a:off x="719814" y="608905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37" dirty="0">
                <a:solidFill>
                  <a:srgbClr val="5EEAD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 Stack</a:t>
            </a:r>
            <a:endParaRPr lang="en-US" sz="365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09" b="5173"/>
          <a:stretch/>
        </p:blipFill>
        <p:spPr>
          <a:xfrm>
            <a:off x="501812" y="1453531"/>
            <a:ext cx="11188069" cy="4756727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08905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37" dirty="0">
                <a:solidFill>
                  <a:srgbClr val="5EEAD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Architecture</a:t>
            </a:r>
            <a:endParaRPr lang="en-US" sz="3650" dirty="0"/>
          </a:p>
        </p:txBody>
      </p:sp>
      <p:sp>
        <p:nvSpPr>
          <p:cNvPr id="14" name="Rectangle 13"/>
          <p:cNvSpPr/>
          <p:nvPr/>
        </p:nvSpPr>
        <p:spPr>
          <a:xfrm>
            <a:off x="10982039" y="6470486"/>
            <a:ext cx="1154545" cy="318655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00" b="14259"/>
          <a:stretch/>
        </p:blipFill>
        <p:spPr>
          <a:xfrm>
            <a:off x="406399" y="1593272"/>
            <a:ext cx="11392949" cy="4475019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0313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88" y="154186"/>
            <a:ext cx="4366310" cy="6549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700" y="2828330"/>
            <a:ext cx="6180181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37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Live Demo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5291700" y="3721199"/>
            <a:ext cx="6789766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 u="sng" dirty="0">
                <a:solidFill>
                  <a:srgbClr val="14B8A6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bizzsight.vercel.app</a:t>
            </a:r>
            <a:endParaRPr lang="en-US" sz="1600" dirty="0"/>
          </a:p>
        </p:txBody>
      </p:sp>
      <p:sp>
        <p:nvSpPr>
          <p:cNvPr id="6" name="Rectangle 5"/>
          <p:cNvSpPr/>
          <p:nvPr/>
        </p:nvSpPr>
        <p:spPr>
          <a:xfrm>
            <a:off x="10982039" y="6470486"/>
            <a:ext cx="1154545" cy="318655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982039" y="6470486"/>
            <a:ext cx="1154545" cy="318655"/>
          </a:xfrm>
          <a:prstGeom prst="rect">
            <a:avLst/>
          </a:prstGeom>
          <a:solidFill>
            <a:srgbClr val="111213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0"/>
          <p:cNvSpPr/>
          <p:nvPr/>
        </p:nvSpPr>
        <p:spPr>
          <a:xfrm>
            <a:off x="590510" y="433421"/>
            <a:ext cx="10752067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kern="0" spc="-37" dirty="0">
                <a:solidFill>
                  <a:srgbClr val="5EEAD4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Meet the Team</a:t>
            </a:r>
            <a:endParaRPr lang="en-US" sz="3650" dirty="0"/>
          </a:p>
        </p:txBody>
      </p:sp>
      <p:sp>
        <p:nvSpPr>
          <p:cNvPr id="17" name="Shape 1"/>
          <p:cNvSpPr/>
          <p:nvPr/>
        </p:nvSpPr>
        <p:spPr>
          <a:xfrm>
            <a:off x="365760" y="1080648"/>
            <a:ext cx="11457432" cy="5559552"/>
          </a:xfrm>
          <a:prstGeom prst="roundRect">
            <a:avLst>
              <a:gd name="adj" fmla="val 1974"/>
            </a:avLst>
          </a:prstGeom>
          <a:solidFill>
            <a:srgbClr val="19191D"/>
          </a:solidFill>
          <a:ln w="12700">
            <a:solidFill>
              <a:schemeClr val="bg2">
                <a:lumMod val="50000"/>
              </a:schemeClr>
            </a:solidFill>
            <a:prstDash val="solid"/>
          </a:ln>
        </p:spPr>
      </p:sp>
      <p:sp>
        <p:nvSpPr>
          <p:cNvPr id="18" name="Shape 2"/>
          <p:cNvSpPr/>
          <p:nvPr/>
        </p:nvSpPr>
        <p:spPr>
          <a:xfrm>
            <a:off x="365760" y="1080648"/>
            <a:ext cx="11457432" cy="365760"/>
          </a:xfrm>
          <a:prstGeom prst="rect">
            <a:avLst/>
          </a:prstGeom>
          <a:solidFill>
            <a:srgbClr val="151518"/>
          </a:solidFill>
          <a:ln>
            <a:solidFill>
              <a:schemeClr val="bg2">
                <a:lumMod val="50000"/>
              </a:schemeClr>
            </a:solidFill>
          </a:ln>
        </p:spPr>
      </p:sp>
      <p:sp>
        <p:nvSpPr>
          <p:cNvPr id="19" name="Text 3"/>
          <p:cNvSpPr txBox="1"/>
          <p:nvPr/>
        </p:nvSpPr>
        <p:spPr>
          <a:xfrm>
            <a:off x="594360" y="1080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</a:t>
            </a:r>
            <a:endParaRPr lang="en-US" sz="1100" dirty="0"/>
          </a:p>
        </p:txBody>
      </p:sp>
      <p:sp>
        <p:nvSpPr>
          <p:cNvPr id="20" name="Text 4"/>
          <p:cNvSpPr txBox="1"/>
          <p:nvPr/>
        </p:nvSpPr>
        <p:spPr>
          <a:xfrm>
            <a:off x="4572000" y="1080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&amp; CONTRIBUTION</a:t>
            </a:r>
            <a:endParaRPr lang="en-US" sz="1100" dirty="0"/>
          </a:p>
        </p:txBody>
      </p:sp>
      <p:sp>
        <p:nvSpPr>
          <p:cNvPr id="21" name="Shape 5"/>
          <p:cNvSpPr/>
          <p:nvPr/>
        </p:nvSpPr>
        <p:spPr>
          <a:xfrm>
            <a:off x="640080" y="1592712"/>
            <a:ext cx="502920" cy="502920"/>
          </a:xfrm>
          <a:prstGeom prst="ellipse">
            <a:avLst/>
          </a:prstGeom>
          <a:solidFill>
            <a:srgbClr val="2DD4A8">
              <a:alpha val="18000"/>
            </a:srgbClr>
          </a:solidFill>
          <a:ln w="19050">
            <a:solidFill>
              <a:srgbClr val="2DD4A8"/>
            </a:solidFill>
            <a:prstDash val="solid"/>
          </a:ln>
        </p:spPr>
      </p:sp>
      <p:sp>
        <p:nvSpPr>
          <p:cNvPr id="22" name="Text 6"/>
          <p:cNvSpPr txBox="1"/>
          <p:nvPr/>
        </p:nvSpPr>
        <p:spPr>
          <a:xfrm>
            <a:off x="640080" y="1592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</a:t>
            </a:r>
            <a:endParaRPr lang="en-US" sz="1300" dirty="0"/>
          </a:p>
        </p:txBody>
      </p:sp>
      <p:sp>
        <p:nvSpPr>
          <p:cNvPr id="23" name="Text 7"/>
          <p:cNvSpPr txBox="1"/>
          <p:nvPr/>
        </p:nvSpPr>
        <p:spPr>
          <a:xfrm>
            <a:off x="1298448" y="15378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Manahil Asif</a:t>
            </a:r>
            <a:endParaRPr lang="en-US" sz="1450" dirty="0"/>
          </a:p>
        </p:txBody>
      </p:sp>
      <p:sp>
        <p:nvSpPr>
          <p:cNvPr id="24" name="Text 8"/>
          <p:cNvSpPr txBox="1"/>
          <p:nvPr/>
        </p:nvSpPr>
        <p:spPr>
          <a:xfrm>
            <a:off x="594360" y="21870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</a:t>
            </a:r>
            <a:r>
              <a:rPr lang="en-US" sz="1000" u="sng" dirty="0">
                <a:solidFill>
                  <a:srgbClr val="7FB8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manahilasif.017@gmail.com</a:t>
            </a:r>
            <a:endParaRPr lang="en-US" sz="1000" dirty="0"/>
          </a:p>
        </p:txBody>
      </p:sp>
      <p:sp>
        <p:nvSpPr>
          <p:cNvPr id="25" name="Text 9"/>
          <p:cNvSpPr txBox="1"/>
          <p:nvPr/>
        </p:nvSpPr>
        <p:spPr>
          <a:xfrm>
            <a:off x="594360" y="236995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LinkedIn: </a:t>
            </a:r>
            <a:r>
              <a:rPr lang="en-US" sz="1000" u="sng" dirty="0">
                <a:solidFill>
                  <a:srgbClr val="7FB8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linkedin.com/in/manahil-asif-27a906410</a:t>
            </a:r>
            <a:endParaRPr lang="en-US" sz="1000" dirty="0"/>
          </a:p>
        </p:txBody>
      </p:sp>
      <p:sp>
        <p:nvSpPr>
          <p:cNvPr id="26" name="Text 10"/>
          <p:cNvSpPr txBox="1"/>
          <p:nvPr/>
        </p:nvSpPr>
        <p:spPr>
          <a:xfrm>
            <a:off x="594360" y="255283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WhatsApp: </a:t>
            </a:r>
            <a:r>
              <a:rPr lang="en-US" sz="1000" u="sng" dirty="0">
                <a:solidFill>
                  <a:srgbClr val="7FB8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0337-3192636</a:t>
            </a:r>
            <a:endParaRPr lang="en-US" sz="1000" dirty="0"/>
          </a:p>
        </p:txBody>
      </p:sp>
      <p:sp>
        <p:nvSpPr>
          <p:cNvPr id="27" name="Text 11"/>
          <p:cNvSpPr txBox="1"/>
          <p:nvPr/>
        </p:nvSpPr>
        <p:spPr>
          <a:xfrm>
            <a:off x="4572000" y="15378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DD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</a:t>
            </a:r>
            <a:endParaRPr lang="en-US" sz="1350" dirty="0"/>
          </a:p>
        </p:txBody>
      </p:sp>
      <p:sp>
        <p:nvSpPr>
          <p:cNvPr id="28" name="Text 12"/>
          <p:cNvSpPr txBox="1"/>
          <p:nvPr/>
        </p:nvSpPr>
        <p:spPr>
          <a:xfrm>
            <a:off x="4572000" y="1812168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0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the presentation slides and visualizations, and coordinated the project.</a:t>
            </a:r>
            <a:endParaRPr lang="en-US" sz="1150" dirty="0"/>
          </a:p>
        </p:txBody>
      </p:sp>
      <p:sp>
        <p:nvSpPr>
          <p:cNvPr id="29" name="Shape 13"/>
          <p:cNvSpPr/>
          <p:nvPr/>
        </p:nvSpPr>
        <p:spPr>
          <a:xfrm>
            <a:off x="365760" y="2744856"/>
            <a:ext cx="11457432" cy="0"/>
          </a:xfrm>
          <a:prstGeom prst="line">
            <a:avLst/>
          </a:prstGeom>
          <a:noFill/>
          <a:ln w="12700">
            <a:solidFill>
              <a:schemeClr val="bg2">
                <a:lumMod val="50000"/>
              </a:schemeClr>
            </a:solidFill>
            <a:prstDash val="solid"/>
          </a:ln>
        </p:spPr>
      </p:sp>
      <p:sp>
        <p:nvSpPr>
          <p:cNvPr id="30" name="Shape 14"/>
          <p:cNvSpPr/>
          <p:nvPr/>
        </p:nvSpPr>
        <p:spPr>
          <a:xfrm>
            <a:off x="640080" y="2891160"/>
            <a:ext cx="502920" cy="502920"/>
          </a:xfrm>
          <a:prstGeom prst="ellipse">
            <a:avLst/>
          </a:prstGeom>
          <a:solidFill>
            <a:srgbClr val="5B9CF6">
              <a:alpha val="18000"/>
            </a:srgbClr>
          </a:solidFill>
          <a:ln w="19050">
            <a:solidFill>
              <a:srgbClr val="5B9CF6"/>
            </a:solidFill>
            <a:prstDash val="solid"/>
          </a:ln>
        </p:spPr>
      </p:sp>
      <p:sp>
        <p:nvSpPr>
          <p:cNvPr id="31" name="Text 15"/>
          <p:cNvSpPr txBox="1"/>
          <p:nvPr/>
        </p:nvSpPr>
        <p:spPr>
          <a:xfrm>
            <a:off x="640080" y="2891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9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</a:t>
            </a:r>
            <a:endParaRPr lang="en-US" sz="1300" dirty="0"/>
          </a:p>
        </p:txBody>
      </p:sp>
      <p:sp>
        <p:nvSpPr>
          <p:cNvPr id="32" name="Text 16"/>
          <p:cNvSpPr txBox="1"/>
          <p:nvPr/>
        </p:nvSpPr>
        <p:spPr>
          <a:xfrm>
            <a:off x="1298448" y="283629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Abdul Muqeet</a:t>
            </a:r>
            <a:endParaRPr lang="en-US" sz="1450" dirty="0"/>
          </a:p>
        </p:txBody>
      </p:sp>
      <p:sp>
        <p:nvSpPr>
          <p:cNvPr id="33" name="Text 17"/>
          <p:cNvSpPr txBox="1"/>
          <p:nvPr/>
        </p:nvSpPr>
        <p:spPr>
          <a:xfrm>
            <a:off x="594360" y="34855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</a:t>
            </a:r>
            <a:r>
              <a:rPr lang="en-US" sz="1000" u="sng" dirty="0">
                <a:solidFill>
                  <a:srgbClr val="7FB8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amuqeet6041@gmail.com</a:t>
            </a:r>
            <a:endParaRPr lang="en-US" sz="1000" dirty="0"/>
          </a:p>
        </p:txBody>
      </p:sp>
      <p:sp>
        <p:nvSpPr>
          <p:cNvPr id="34" name="Text 18"/>
          <p:cNvSpPr txBox="1"/>
          <p:nvPr/>
        </p:nvSpPr>
        <p:spPr>
          <a:xfrm>
            <a:off x="594360" y="36684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LinkedIn: </a:t>
            </a:r>
            <a:r>
              <a:rPr lang="en-US" sz="1000" u="sng" dirty="0">
                <a:solidFill>
                  <a:srgbClr val="7FB8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linkedin.com/in/abdul-muqeet-20250a30b</a:t>
            </a:r>
            <a:endParaRPr lang="en-US" sz="1000" dirty="0"/>
          </a:p>
        </p:txBody>
      </p:sp>
      <p:sp>
        <p:nvSpPr>
          <p:cNvPr id="35" name="Text 19"/>
          <p:cNvSpPr txBox="1"/>
          <p:nvPr/>
        </p:nvSpPr>
        <p:spPr>
          <a:xfrm>
            <a:off x="594360" y="38512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WhatsApp: </a:t>
            </a:r>
            <a:r>
              <a:rPr lang="en-US" sz="1000" u="sng" dirty="0">
                <a:solidFill>
                  <a:srgbClr val="7FB8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0319-0600415</a:t>
            </a:r>
            <a:endParaRPr lang="en-US" sz="1000" dirty="0"/>
          </a:p>
        </p:txBody>
      </p:sp>
      <p:sp>
        <p:nvSpPr>
          <p:cNvPr id="36" name="Text 20"/>
          <p:cNvSpPr txBox="1"/>
          <p:nvPr/>
        </p:nvSpPr>
        <p:spPr>
          <a:xfrm>
            <a:off x="4572000" y="28362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5B9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Developer</a:t>
            </a:r>
            <a:endParaRPr lang="en-US" sz="1350" dirty="0"/>
          </a:p>
        </p:txBody>
      </p:sp>
      <p:sp>
        <p:nvSpPr>
          <p:cNvPr id="37" name="Text 21"/>
          <p:cNvSpPr txBox="1"/>
          <p:nvPr/>
        </p:nvSpPr>
        <p:spPr>
          <a:xfrm>
            <a:off x="4572000" y="3110616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0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deployed the complete application — frontend, backend, data processing, and analytics and video presentation..</a:t>
            </a:r>
            <a:endParaRPr lang="en-US" sz="1150" dirty="0"/>
          </a:p>
        </p:txBody>
      </p:sp>
      <p:sp>
        <p:nvSpPr>
          <p:cNvPr id="38" name="Shape 22"/>
          <p:cNvSpPr/>
          <p:nvPr/>
        </p:nvSpPr>
        <p:spPr>
          <a:xfrm>
            <a:off x="365760" y="4043304"/>
            <a:ext cx="11457432" cy="0"/>
          </a:xfrm>
          <a:prstGeom prst="line">
            <a:avLst/>
          </a:prstGeom>
          <a:noFill/>
          <a:ln w="12700">
            <a:solidFill>
              <a:schemeClr val="bg2">
                <a:lumMod val="50000"/>
              </a:schemeClr>
            </a:solidFill>
            <a:prstDash val="solid"/>
          </a:ln>
        </p:spPr>
      </p:sp>
      <p:sp>
        <p:nvSpPr>
          <p:cNvPr id="39" name="Shape 23"/>
          <p:cNvSpPr/>
          <p:nvPr/>
        </p:nvSpPr>
        <p:spPr>
          <a:xfrm>
            <a:off x="640080" y="4189608"/>
            <a:ext cx="502920" cy="502920"/>
          </a:xfrm>
          <a:prstGeom prst="ellipse">
            <a:avLst/>
          </a:prstGeom>
          <a:solidFill>
            <a:srgbClr val="F472B6">
              <a:alpha val="18000"/>
            </a:srgbClr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40" name="Text 24"/>
          <p:cNvSpPr txBox="1"/>
          <p:nvPr/>
        </p:nvSpPr>
        <p:spPr>
          <a:xfrm>
            <a:off x="640080" y="4189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</a:t>
            </a:r>
            <a:endParaRPr lang="en-US" sz="1300" dirty="0"/>
          </a:p>
        </p:txBody>
      </p:sp>
      <p:sp>
        <p:nvSpPr>
          <p:cNvPr id="41" name="Text 25"/>
          <p:cNvSpPr txBox="1"/>
          <p:nvPr/>
        </p:nvSpPr>
        <p:spPr>
          <a:xfrm>
            <a:off x="1298448" y="41347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Areeba Tahir</a:t>
            </a:r>
            <a:endParaRPr lang="en-US" sz="1450" dirty="0"/>
          </a:p>
        </p:txBody>
      </p:sp>
      <p:sp>
        <p:nvSpPr>
          <p:cNvPr id="42" name="Text 26"/>
          <p:cNvSpPr txBox="1"/>
          <p:nvPr/>
        </p:nvSpPr>
        <p:spPr>
          <a:xfrm>
            <a:off x="594360" y="478396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</a:t>
            </a:r>
            <a:r>
              <a:rPr lang="en-US" sz="1000" u="sng" dirty="0">
                <a:solidFill>
                  <a:srgbClr val="7FB8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areebatahir696@gmail.com</a:t>
            </a:r>
            <a:endParaRPr lang="en-US" sz="1000" dirty="0"/>
          </a:p>
        </p:txBody>
      </p:sp>
      <p:sp>
        <p:nvSpPr>
          <p:cNvPr id="43" name="Text 27"/>
          <p:cNvSpPr txBox="1"/>
          <p:nvPr/>
        </p:nvSpPr>
        <p:spPr>
          <a:xfrm>
            <a:off x="594360" y="49668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LinkedIn: </a:t>
            </a:r>
            <a:r>
              <a:rPr lang="en-US" sz="1000" u="sng" dirty="0">
                <a:solidFill>
                  <a:srgbClr val="7FB8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linkedin.com/in/areeba-tahir-698658408</a:t>
            </a:r>
            <a:endParaRPr lang="en-US" sz="1000" dirty="0"/>
          </a:p>
        </p:txBody>
      </p:sp>
      <p:sp>
        <p:nvSpPr>
          <p:cNvPr id="44" name="Text 28"/>
          <p:cNvSpPr txBox="1"/>
          <p:nvPr/>
        </p:nvSpPr>
        <p:spPr>
          <a:xfrm>
            <a:off x="594360" y="514972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WhatsApp: </a:t>
            </a:r>
            <a:r>
              <a:rPr lang="en-US" sz="1000" u="sng" dirty="0">
                <a:solidFill>
                  <a:srgbClr val="7FB8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0301-0062998</a:t>
            </a:r>
            <a:endParaRPr lang="en-US" sz="1000" dirty="0"/>
          </a:p>
        </p:txBody>
      </p:sp>
      <p:sp>
        <p:nvSpPr>
          <p:cNvPr id="45" name="Text 29"/>
          <p:cNvSpPr txBox="1"/>
          <p:nvPr/>
        </p:nvSpPr>
        <p:spPr>
          <a:xfrm>
            <a:off x="4572000" y="4134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&amp; QA</a:t>
            </a:r>
            <a:endParaRPr lang="en-US" sz="1350" dirty="0"/>
          </a:p>
        </p:txBody>
      </p:sp>
      <p:sp>
        <p:nvSpPr>
          <p:cNvPr id="46" name="Text 30"/>
          <p:cNvSpPr txBox="1"/>
          <p:nvPr/>
        </p:nvSpPr>
        <p:spPr>
          <a:xfrm>
            <a:off x="4572000" y="4409064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0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the application functionalities and flow.</a:t>
            </a:r>
            <a:endParaRPr lang="en-US" sz="1150" dirty="0"/>
          </a:p>
        </p:txBody>
      </p:sp>
      <p:sp>
        <p:nvSpPr>
          <p:cNvPr id="47" name="Shape 31"/>
          <p:cNvSpPr/>
          <p:nvPr/>
        </p:nvSpPr>
        <p:spPr>
          <a:xfrm>
            <a:off x="365760" y="5341752"/>
            <a:ext cx="11457432" cy="0"/>
          </a:xfrm>
          <a:prstGeom prst="line">
            <a:avLst/>
          </a:prstGeom>
          <a:noFill/>
          <a:ln w="12700">
            <a:solidFill>
              <a:schemeClr val="bg2">
                <a:lumMod val="50000"/>
              </a:schemeClr>
            </a:solidFill>
            <a:prstDash val="solid"/>
          </a:ln>
        </p:spPr>
      </p:sp>
      <p:sp>
        <p:nvSpPr>
          <p:cNvPr id="48" name="Shape 32"/>
          <p:cNvSpPr/>
          <p:nvPr/>
        </p:nvSpPr>
        <p:spPr>
          <a:xfrm>
            <a:off x="640080" y="5488056"/>
            <a:ext cx="502920" cy="502920"/>
          </a:xfrm>
          <a:prstGeom prst="ellipse">
            <a:avLst/>
          </a:prstGeom>
          <a:solidFill>
            <a:srgbClr val="B79CFB">
              <a:alpha val="18000"/>
            </a:srgbClr>
          </a:solidFill>
          <a:ln w="19050">
            <a:solidFill>
              <a:srgbClr val="B79CFB"/>
            </a:solidFill>
            <a:prstDash val="solid"/>
          </a:ln>
        </p:spPr>
      </p:sp>
      <p:sp>
        <p:nvSpPr>
          <p:cNvPr id="49" name="Text 33"/>
          <p:cNvSpPr txBox="1"/>
          <p:nvPr/>
        </p:nvSpPr>
        <p:spPr>
          <a:xfrm>
            <a:off x="640080" y="5488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9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FB</a:t>
            </a:r>
            <a:endParaRPr lang="en-US" sz="1300" dirty="0"/>
          </a:p>
        </p:txBody>
      </p:sp>
      <p:sp>
        <p:nvSpPr>
          <p:cNvPr id="50" name="Text 34"/>
          <p:cNvSpPr txBox="1"/>
          <p:nvPr/>
        </p:nvSpPr>
        <p:spPr>
          <a:xfrm>
            <a:off x="1298448" y="543319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Faiza Batool</a:t>
            </a:r>
            <a:endParaRPr lang="en-US" sz="1450" dirty="0"/>
          </a:p>
        </p:txBody>
      </p:sp>
      <p:sp>
        <p:nvSpPr>
          <p:cNvPr id="51" name="Text 35"/>
          <p:cNvSpPr txBox="1"/>
          <p:nvPr/>
        </p:nvSpPr>
        <p:spPr>
          <a:xfrm>
            <a:off x="594360" y="608241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</a:t>
            </a:r>
            <a:r>
              <a:rPr lang="en-US" sz="1000" u="sng" dirty="0">
                <a:solidFill>
                  <a:srgbClr val="7FB8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fa24-bed-086@cuilahore.edu.pk</a:t>
            </a:r>
            <a:endParaRPr lang="en-US" sz="1000" dirty="0"/>
          </a:p>
        </p:txBody>
      </p:sp>
      <p:sp>
        <p:nvSpPr>
          <p:cNvPr id="52" name="Text 36"/>
          <p:cNvSpPr txBox="1"/>
          <p:nvPr/>
        </p:nvSpPr>
        <p:spPr>
          <a:xfrm>
            <a:off x="594360" y="626529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LinkedIn: </a:t>
            </a:r>
            <a:r>
              <a:rPr lang="en-US" sz="1000" u="sng" dirty="0">
                <a:solidFill>
                  <a:srgbClr val="7FB8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linkedin.com/in/faiza-batool-305754417</a:t>
            </a:r>
            <a:endParaRPr lang="en-US" sz="1000" dirty="0"/>
          </a:p>
        </p:txBody>
      </p:sp>
      <p:sp>
        <p:nvSpPr>
          <p:cNvPr id="53" name="Text 37"/>
          <p:cNvSpPr txBox="1"/>
          <p:nvPr/>
        </p:nvSpPr>
        <p:spPr>
          <a:xfrm>
            <a:off x="594360" y="644817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WhatsApp: </a:t>
            </a:r>
            <a:r>
              <a:rPr lang="en-US" sz="1000" u="sng" dirty="0">
                <a:solidFill>
                  <a:srgbClr val="7FB8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0311-4641348</a:t>
            </a:r>
            <a:endParaRPr lang="en-US" sz="1000" dirty="0"/>
          </a:p>
        </p:txBody>
      </p:sp>
      <p:sp>
        <p:nvSpPr>
          <p:cNvPr id="54" name="Text 38"/>
          <p:cNvSpPr txBox="1"/>
          <p:nvPr/>
        </p:nvSpPr>
        <p:spPr>
          <a:xfrm>
            <a:off x="4572000" y="5433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B79C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Documentation</a:t>
            </a:r>
            <a:endParaRPr lang="en-US" sz="1350" dirty="0"/>
          </a:p>
        </p:txBody>
      </p:sp>
      <p:sp>
        <p:nvSpPr>
          <p:cNvPr id="55" name="Text 39"/>
          <p:cNvSpPr txBox="1"/>
          <p:nvPr/>
        </p:nvSpPr>
        <p:spPr>
          <a:xfrm>
            <a:off x="4572000" y="5707512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0A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 up with the original idea and supported content documentation.</a:t>
            </a:r>
            <a:endParaRPr lang="en-US" sz="1150" dirty="0"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5EEAD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230</Words>
  <Application>Microsoft Office PowerPoint</Application>
  <PresentationFormat>Widescreen</PresentationFormat>
  <Paragraphs>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Source Sans 3</vt:lpstr>
      <vt:lpstr>Arial</vt:lpstr>
      <vt:lpstr>Montserrat Bold</vt:lpstr>
      <vt:lpstr>Source Sans 3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 Asif</dc:creator>
  <cp:lastModifiedBy>Abdul Muqeet</cp:lastModifiedBy>
  <cp:revision>10</cp:revision>
  <dcterms:created xsi:type="dcterms:W3CDTF">2026-09-12T12:20:11Z</dcterms:created>
  <dcterms:modified xsi:type="dcterms:W3CDTF">2026-09-12T19:28:38Z</dcterms:modified>
</cp:coreProperties>
</file>